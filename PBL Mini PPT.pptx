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85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45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41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792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7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15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9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7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4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92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8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53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070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8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79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98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44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163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00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Stock Market Portfolio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Project Overview and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a personal stock portfolio has become a challenge for modern investors.</a:t>
            </a:r>
          </a:p>
          <a:p>
            <a:r>
              <a:t>Existing tools may not provide enough personalization or real-time analytics.</a:t>
            </a:r>
          </a:p>
          <a:p>
            <a:r>
              <a:t>This project addresses the need for an intuitive and data-driven portfolio manager.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Investors face challenges in:</a:t>
            </a:r>
          </a:p>
          <a:p>
            <a:r>
              <a:rPr dirty="0"/>
              <a:t>Tracking multiple holdings</a:t>
            </a:r>
          </a:p>
          <a:p>
            <a:r>
              <a:rPr dirty="0"/>
              <a:t>Monitoring real-time gains/losses</a:t>
            </a:r>
          </a:p>
          <a:p>
            <a:r>
              <a:rPr dirty="0"/>
              <a:t>Accessing detailed financial insights</a:t>
            </a:r>
          </a:p>
          <a:p>
            <a:endParaRPr dirty="0"/>
          </a:p>
          <a:p>
            <a:pPr marL="0" indent="0" algn="ctr">
              <a:buNone/>
            </a:pPr>
            <a:r>
              <a:rPr dirty="0"/>
              <a:t>There is a need for a user-friendly platform to simplify portfolio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Develop a web platform for portfolio management</a:t>
            </a:r>
          </a:p>
          <a:p>
            <a:r>
              <a:rPr dirty="0"/>
              <a:t>Enable users to track and update investments</a:t>
            </a:r>
          </a:p>
          <a:p>
            <a:r>
              <a:rPr dirty="0"/>
              <a:t>Integrate real-time market data</a:t>
            </a:r>
          </a:p>
          <a:p>
            <a:r>
              <a:rPr dirty="0"/>
              <a:t>Offer performance analytics and visual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Personalized user dashboards</a:t>
            </a:r>
          </a:p>
          <a:p>
            <a:r>
              <a:rPr dirty="0"/>
              <a:t>Real-time stock tracking via Financial Modeling Prep API</a:t>
            </a:r>
          </a:p>
          <a:p>
            <a:r>
              <a:rPr dirty="0"/>
              <a:t>Analytics and visualizations</a:t>
            </a:r>
          </a:p>
          <a:p>
            <a:r>
              <a:rPr dirty="0"/>
              <a:t>MERN stack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Portfolio Management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Some popular platforms include:</a:t>
            </a:r>
          </a:p>
          <a:p>
            <a:r>
              <a:rPr dirty="0"/>
              <a:t>Yahoo Finance</a:t>
            </a:r>
          </a:p>
          <a:p>
            <a:r>
              <a:rPr dirty="0"/>
              <a:t>Morningstar</a:t>
            </a:r>
          </a:p>
          <a:p>
            <a:r>
              <a:rPr dirty="0"/>
              <a:t>Personal Capital</a:t>
            </a:r>
          </a:p>
          <a:p>
            <a:r>
              <a:rPr dirty="0" err="1"/>
              <a:t>Zerodha</a:t>
            </a:r>
            <a:r>
              <a:rPr dirty="0"/>
              <a:t> Console</a:t>
            </a:r>
          </a:p>
          <a:p>
            <a:endParaRPr dirty="0"/>
          </a:p>
          <a:p>
            <a:pPr marL="0" indent="0" algn="ctr">
              <a:buNone/>
            </a:pPr>
            <a:r>
              <a:rPr dirty="0"/>
              <a:t>Limitations include limited customization, lack of integration, or premium-only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Build a New Website?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More control and customization for individual investors</a:t>
            </a:r>
          </a:p>
          <a:p>
            <a:r>
              <a:rPr dirty="0"/>
              <a:t>Real-time data tailored to user holdings</a:t>
            </a:r>
          </a:p>
          <a:p>
            <a:r>
              <a:rPr dirty="0"/>
              <a:t>Better integration with modern tech stack (MERN)</a:t>
            </a:r>
          </a:p>
          <a:p>
            <a:r>
              <a:rPr dirty="0"/>
              <a:t>Room for feature expansion and learning opportunities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(MERN)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MongoDB: NoSQL database for flexible data storage</a:t>
            </a:r>
          </a:p>
          <a:p>
            <a:r>
              <a:rPr dirty="0"/>
              <a:t>Express.js: Backend framework for API and server logic</a:t>
            </a:r>
          </a:p>
          <a:p>
            <a:r>
              <a:rPr dirty="0"/>
              <a:t>React.js: Frontend library for building UI components</a:t>
            </a:r>
          </a:p>
          <a:p>
            <a:r>
              <a:rPr dirty="0"/>
              <a:t>Node.js: Runtime environment for backend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Uses Financial Modeling Prep API</a:t>
            </a:r>
          </a:p>
          <a:p>
            <a:r>
              <a:rPr dirty="0"/>
              <a:t>Fetches live stock prices, company info, and ratios</a:t>
            </a:r>
          </a:p>
          <a:p>
            <a:r>
              <a:rPr dirty="0"/>
              <a:t>Ensures that portfolio values are always up-to-date</a:t>
            </a:r>
          </a:p>
          <a:p>
            <a:r>
              <a:rPr dirty="0"/>
              <a:t>Enables insights like P/L calculations and diversification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aims to simplify and enhance the experience of managing stock investments.</a:t>
            </a:r>
          </a:p>
          <a:p>
            <a:r>
              <a:t>It provides a personalized, real-time, and visually informative system that empowers users to make informed financial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25</TotalTime>
  <Words>301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Droplet</vt:lpstr>
      <vt:lpstr>Stock Market Portfolio Management System</vt:lpstr>
      <vt:lpstr>Introduction</vt:lpstr>
      <vt:lpstr>Problem Statement</vt:lpstr>
      <vt:lpstr>Objectives</vt:lpstr>
      <vt:lpstr>Scope of the System</vt:lpstr>
      <vt:lpstr>Existing Portfolio Management Websites</vt:lpstr>
      <vt:lpstr>Why Build a New Website?</vt:lpstr>
      <vt:lpstr>Technology Stack (MERN)</vt:lpstr>
      <vt:lpstr>API Integration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MohammedKaif Syed</cp:lastModifiedBy>
  <cp:revision>14</cp:revision>
  <dcterms:created xsi:type="dcterms:W3CDTF">2013-01-27T09:14:16Z</dcterms:created>
  <dcterms:modified xsi:type="dcterms:W3CDTF">2025-05-02T07:07:40Z</dcterms:modified>
  <cp:category/>
</cp:coreProperties>
</file>